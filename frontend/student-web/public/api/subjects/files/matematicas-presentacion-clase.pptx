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 standalone="yes"?>
<p:sld xmlns:p="http://schemas.openxmlformats.org/presentationml/2006/main"><p:cSld><p:spTree>
<p:nvGrpSpPr><p:cNvPr id="1" name=""/><p:cNvGrpSpPr/><p:nvPr/></p:nvGrpSpPr><p:grpSpPr/>
<p:sp><p:nvSpPr><p:cNvPr id="2" name="Title"/><p:cNvSpPr/><p:nvPr/></p:nvSpPr><p:spPr/><p:txBody><a:bodyPr xmlns:a="http://schemas.openxmlformats.org/drawingml/2006/main"/><a:lstStyle/><a:p><a:r><a:rPr lang="es-MX" sz="2800" b="1"/><a:t>Matematicas - Presentacion de clase</a:t></a:r></a:p></p:txBody></p:sp>
<p:sp><p:nvSpPr><p:cNvPr id="3" name="Body"/><p:cNvSpPr/><p:nvPr/></p:nvSpPr><p:spPr/><p:txBody><a:bodyPr xmlns:a="http://schemas.openxmlformats.org/drawingml/2006/main"/><a:lstStyle/><a:p><a:r><a:rPr lang="es-MX" sz="1400"/><a:t>Unidad 1: Operaciones basicas. Ejemplos y ejercicios en clase.</a:t></a:r></a:p></p:txBody></p:sp>
</p:spTree></p:cSld></p:sld>
</file>